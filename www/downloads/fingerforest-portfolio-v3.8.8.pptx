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858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FingerForest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76656" y="12984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PMS Forest 업무 루틴을 모바일 앱 UI, 자동화 API, 설치 배포 흐름으로 묶은 개인 운영 자동화 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4944" y="6263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v3.8.8 · 2026-06-04 · by aski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93608" y="475488"/>
            <a:ext cx="2822441" cy="6044184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/home/node/.openclaw/workspace/obsidian-aski/06_Portfolio/assets/fingerfruit/fingerforest-v388-splash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502920"/>
            <a:ext cx="91440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문제와 해결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반복적인 Forest 업무를 모바일에서 빠르게 실행하고 확인하는 제품형 자동화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5240">
            <a:solidFill>
              <a:srgbClr val="D1F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64008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열매 보내기, 씨앗 선물, 업무일지 작성 흐름이 분리되어 반복 조작이 많음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대상 검색, 메시지/개수 설정, 예약 실행, 내역 확인을 하나의 모바일 UI로 통합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Python 서버가 Forest API와 자동화 스케줄을 처리하고, 앱은 실행 상태와 결과 확인에 집중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Android APK, iPhone mobileconfig, Railway 설치 페이지를 함께 운영해 외부 접근과 설치를 단순화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22208" y="886968"/>
            <a:ext cx="2568922" cy="5495544"/>
          </a:xfrm>
          <a:prstGeom prst="roundRect">
            <a:avLst>
              <a:gd name="adj" fmla="val 42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/home/node/.openclaw/workspace/obsidian-aski/06_Portfolio/assets/fingerfruit/fingerforest-v388-install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914400"/>
            <a:ext cx="9144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주요 기능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실사용 흐름 기준으로 묶은 FingerForest 기능 범위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5240">
            <a:solidFill>
              <a:srgbClr val="D1F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109728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PMS Forest 로그인, 기기별 세션, 저장 로그인 복구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직원 검색, 대상 선택, 열매 수동/자동 전송, 전송 간격 조정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업무일지 프로젝트 선택, 씨앗 선물 대상/메시지/개수 설정, 날짜/시간 예약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수신/발송/씨앗선물 내역 조회와 프로필 흐름 표시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승인된 업무일지 날짜 표시와 읽기 전용 상세 팝업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랭킹, Push 알림, 프로필 사진, 테마/폰트, Claude 미니 채팅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v3.8.8 핵심 수정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오늘 반영한 시간 판정, 날짜 선택, 시작 화면 안정화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5240">
            <a:solidFill>
              <a:srgbClr val="D1F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67208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씨앗선물 수신은 “씨앗 증가”가 아니라 “열매 증가” 이벤트로 판정하도록 수정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5분 체크에서 열매 증가가 새로 잡힌 시각을 씨앗선물 수신시간으로 우선 표시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기존 씨앗선물 내역은 확실한 관측 시간이 없으면 받음/보냄만 표시해 가짜 시간을 줄임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당일 날짜 선택과 오늘 예약 시간 자동 보정 로직을 안정화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FingerForest 표기, 로그인/스플래시 캐릭터 첫 프레임 표시, Railway asset 누락을 수정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339328" y="886968"/>
            <a:ext cx="2568922" cy="5495544"/>
          </a:xfrm>
          <a:prstGeom prst="roundRect">
            <a:avLst>
              <a:gd name="adj" fmla="val 42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/home/node/.openclaw/workspace/obsidian-aski/06_Portfolio/assets/fingerfruit/fingerforest-v388-login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0"/>
            <a:ext cx="9144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배포와 검증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릴리즈 단위로 앱, 설치 페이지, 다운로드 파일, 서버 응답을 맞춰 검증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5240">
            <a:solidFill>
              <a:srgbClr val="D1F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1078992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공개 버전: 3.8.8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/api/app-info latestVersion, minSupportedVersion, releaseNotesVersion 모두 3.8.8 확인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/install.html 및 versioned APK/mobileconfig 다운로드 HTTP 200 확인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/android.apk, /ios.mobileconfig Content-Disposition 파일명이 v3.8.8인지 확인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공개 APK 다운로드 후 aapt badging: versionName=3.8.8, application-label=FingerForest 확인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공개 APK apksigner verify 통과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포트폴리오 성과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스크립트 자동화를 앱 경험과 운영 가능한 배포물로 확장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5240">
            <a:solidFill>
              <a:srgbClr val="D1F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단순 자동화 스크립트를 모바일 앱, 설치물, 서버 API, 검증 루틴이 있는 제품 형태로 정리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사용자의 반복 피드백을 UI/로직/배포 검증으로 빠르게 반영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사내 업무 루틴의 실행, 예약, 알림, 내역 확인을 하나의 앱 경험으로 연결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시간 판정처럼 신뢰가 중요한 영역은 공식 API, 로컬 로그, 관측 DB를 분리해 다룸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Obsidian 문서와 PPT 산출물로 작업 결과를 재사용 가능한 포트폴리오 자료로 남김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608076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7857"/>
                </a:solidFill>
              </a:rPr>
              <a:t>Install: https://web-production-011c4.up.railway.app/install.html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aski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FingerForest Portfolio</dc:title>
  <dc:subject>FingerForest portfolio</dc:subject>
  <dc:creator>askibot</dc:creator>
  <cp:lastModifiedBy>askibot</cp:lastModifiedBy>
  <cp:revision>1</cp:revision>
  <dcterms:created xsi:type="dcterms:W3CDTF">2026-06-04T06:10:26Z</dcterms:created>
  <dcterms:modified xsi:type="dcterms:W3CDTF">2026-06-04T06:10:26Z</dcterms:modified>
</cp:coreProperties>
</file>